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8938-CA71-B961-D8E6-7ACB767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B58D1-C7D2-9B95-9918-4D4CA3C9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5EC9-40A0-DED1-2068-DF58BD75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316B3-28DF-E390-CEE2-D35BAA3E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3D45C-A61B-E15C-BD73-55CF2F1F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9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741F-A94B-6CF0-4B60-7DE5D1A3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A34A2-E946-087B-93F4-AB38C9BDB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7705F-3562-0964-03C2-C0269213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26D6B-D1F0-C669-C684-0240543B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8AA35-D92F-226D-453A-EE07EB71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0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80F0-4DDC-A7F2-3001-2C8FDC79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192C-E3BF-53BF-1D8D-DFCF1F13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C64E-4C35-B034-D071-24FC1F34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E53E-A592-470A-35D4-68B29B5B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AFB8B-6447-8858-C406-68E6F31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5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8FA8-673B-9E6F-5558-A80567EB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1624-14F4-2034-E623-A8E0A7502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9B532-EB29-2BF1-2AC7-585E9EC9E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47382-AD67-84F0-AFDB-D91A9979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3EDB6-4B3F-90A5-0502-6B5B0798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D818-F957-A9F7-65C0-2E6407A2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9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BF9A-A842-1B97-7056-D01455D4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B6E69-9751-566A-5975-B06DFE431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20CCD-66A0-9340-D36A-4AF861F7A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255A3-D3F2-672A-FA37-4E7923B36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D32B2-3DA3-4A87-037F-361B0ADCB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C7E4B-26FC-FD9A-E1E0-7E7C3FAF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AC515-D503-CED4-B0DC-8C22FEBF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69D72-AF1F-7F37-BB1F-6F07A25C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9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7399-F698-870E-D3B5-4504238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5A239-8B66-A737-8706-04198367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49F56-FF9E-A839-14BC-5D95514C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0F10E-CB4B-5F97-7D03-EEEAFD8C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3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B33E3-7133-CB34-3BF4-F2660986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935DF-783E-C8B5-BD32-3B89F91C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C3F8-8D05-FFBD-356A-3A2C7BE3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2B36-B8C9-F701-5B31-DA46C6AD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3042-AB0A-0182-D7E1-833EC046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B9618-003D-65CC-68FE-80F25B88A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F3A3B-718E-A7A0-B35E-D16D4500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522FC-D55D-21F1-F7F2-29F10B48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D915C-6C3F-E688-0512-BB45DBD3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0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9B6A-AB59-972F-B40A-B613B458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90DE1-DD7A-7061-FE57-33E954AFD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E5620-F1D8-A03E-F652-7C3C85819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EFD1C-411B-1C6F-88A9-39C42253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019E0-2ED4-964E-F0E3-F5FAE076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57B3-03B5-7EFC-8645-C10B29F0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3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295A-DD18-3E07-58AA-D3345F9E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13797-DDD4-B621-B9FB-2E6E24A6C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4235-4F0F-A218-D399-0ED8A98F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6C36E-8A7B-52AC-B136-807CE992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C0999-1E5D-4FE7-46A3-3A688AB0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6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41776-6727-18FE-4150-2EC316BE7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7E2D4-FC04-7EEF-B108-B6FF736F0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0DFEC-FDD8-0784-D4D7-8E909FE5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CF04-208B-C222-1D82-C94102F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3DCDE-541F-63CA-C99B-A8624C2C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CC43C-38D6-CB99-B7E6-A7F7A69B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4CACA-1310-D141-6912-DD865B046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B2877-0042-A570-0F25-6BE22D732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8D2A5-6C9A-4715-8A90-9E06402B870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7E252-BB5C-7AD8-4111-2D6EEC828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B6644-EEF3-937D-10FA-56776460B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71B0FD-8609-E475-3F8E-637BFFA3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17" y="0"/>
            <a:ext cx="9659883" cy="64696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EDE076-5FFC-D2E6-E5C6-854ABB8080AC}"/>
              </a:ext>
            </a:extLst>
          </p:cNvPr>
          <p:cNvSpPr/>
          <p:nvPr/>
        </p:nvSpPr>
        <p:spPr>
          <a:xfrm>
            <a:off x="3057833" y="697189"/>
            <a:ext cx="740369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C0C1E-B9A9-AC0F-E303-0D390079D1DD}"/>
              </a:ext>
            </a:extLst>
          </p:cNvPr>
          <p:cNvSpPr txBox="1"/>
          <p:nvPr/>
        </p:nvSpPr>
        <p:spPr>
          <a:xfrm>
            <a:off x="0" y="794"/>
            <a:ext cx="202052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Expected count of routes that are in the individual waves.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370D4-516B-6AF7-F9F0-011071879DFD}"/>
              </a:ext>
            </a:extLst>
          </p:cNvPr>
          <p:cNvSpPr/>
          <p:nvPr/>
        </p:nvSpPr>
        <p:spPr>
          <a:xfrm>
            <a:off x="2639961" y="1360867"/>
            <a:ext cx="7821562" cy="271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B6B4A3-148C-7525-3021-300208BE6635}"/>
              </a:ext>
            </a:extLst>
          </p:cNvPr>
          <p:cNvSpPr/>
          <p:nvPr/>
        </p:nvSpPr>
        <p:spPr>
          <a:xfrm>
            <a:off x="2639961" y="1777836"/>
            <a:ext cx="7821562" cy="271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319F7F-165D-1B30-46AE-C28B00F0B931}"/>
              </a:ext>
            </a:extLst>
          </p:cNvPr>
          <p:cNvSpPr/>
          <p:nvPr/>
        </p:nvSpPr>
        <p:spPr>
          <a:xfrm>
            <a:off x="2605553" y="3076594"/>
            <a:ext cx="7821562" cy="271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8C911C-1914-6E75-05E2-EBE521ECF30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2020529" y="600959"/>
            <a:ext cx="1037304" cy="2879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22AB65-83BB-12A9-6CF0-7754C9713686}"/>
              </a:ext>
            </a:extLst>
          </p:cNvPr>
          <p:cNvSpPr txBox="1"/>
          <p:nvPr/>
        </p:nvSpPr>
        <p:spPr>
          <a:xfrm>
            <a:off x="0" y="1382591"/>
            <a:ext cx="20205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</a:t>
            </a:r>
            <a:r>
              <a:rPr lang="en-US" dirty="0" err="1">
                <a:solidFill>
                  <a:srgbClr val="FF0000"/>
                </a:solidFill>
              </a:rPr>
              <a:t>Wavetime</a:t>
            </a:r>
            <a:r>
              <a:rPr lang="en-US" dirty="0">
                <a:solidFill>
                  <a:srgbClr val="FF0000"/>
                </a:solidFill>
              </a:rPr>
              <a:t> minus 5 minutes.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B31DAE-1BAF-B18A-E096-01D1F8C5B630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V="1">
            <a:off x="2020529" y="1496511"/>
            <a:ext cx="619432" cy="2092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4387096-CA60-071C-F5B3-16F1EF42C46E}"/>
              </a:ext>
            </a:extLst>
          </p:cNvPr>
          <p:cNvSpPr txBox="1"/>
          <p:nvPr/>
        </p:nvSpPr>
        <p:spPr>
          <a:xfrm>
            <a:off x="0" y="2210390"/>
            <a:ext cx="202052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</a:t>
            </a:r>
            <a:r>
              <a:rPr lang="en-US" dirty="0" err="1">
                <a:solidFill>
                  <a:srgbClr val="FF0000"/>
                </a:solidFill>
              </a:rPr>
              <a:t>Wavetime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2A28BA-EC3F-791B-4B30-C3EF3154055F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020529" y="1913480"/>
            <a:ext cx="619432" cy="477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BF8037-0D73-B299-75BB-A00D650DF2C8}"/>
              </a:ext>
            </a:extLst>
          </p:cNvPr>
          <p:cNvSpPr txBox="1"/>
          <p:nvPr/>
        </p:nvSpPr>
        <p:spPr>
          <a:xfrm>
            <a:off x="-1" y="2911647"/>
            <a:ext cx="20205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</a:t>
            </a:r>
            <a:r>
              <a:rPr lang="en-US" dirty="0" err="1">
                <a:solidFill>
                  <a:srgbClr val="FF0000"/>
                </a:solidFill>
              </a:rPr>
              <a:t>Wavetime</a:t>
            </a:r>
            <a:r>
              <a:rPr lang="en-US" dirty="0">
                <a:solidFill>
                  <a:srgbClr val="FF0000"/>
                </a:solidFill>
              </a:rPr>
              <a:t> plus 25 minutes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9E1FE8-148A-5843-1A5D-BFCC2FF0FF2C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2020528" y="3212237"/>
            <a:ext cx="619433" cy="225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7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20751</TotalTime>
  <Words>24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watson</dc:creator>
  <cp:lastModifiedBy>jayson watson</cp:lastModifiedBy>
  <cp:revision>4</cp:revision>
  <dcterms:created xsi:type="dcterms:W3CDTF">2026-01-28T08:39:23Z</dcterms:created>
  <dcterms:modified xsi:type="dcterms:W3CDTF">2026-02-17T18:04:43Z</dcterms:modified>
</cp:coreProperties>
</file>