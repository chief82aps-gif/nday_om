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925C-D32D-8879-0465-E1BFFEF0D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3479A-ED78-5A57-07AC-0D73543CB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15C5-A93B-2DE1-97B4-1551D451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DD90D-07AE-A061-190D-4F08D463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5EBB5-D366-5E3D-9DD1-DAA7E36D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68B6-E9FA-2AD2-CBD0-B602A9E2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F3C7-48B4-969E-BCEB-CDD05DC5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CACC3-3B26-8206-9E44-9D2E042F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7A256-CE46-2DF1-2E33-3F5E90A5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0821-2883-EA0F-E299-E077D8E2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1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F5F8-B70E-405D-C50E-FD5E22B7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4DE14-E0E4-64EB-D82B-A5017D699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16645-F4F9-1905-2981-71B1A070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045C3-726E-D645-9020-F024A669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6EA72-B22F-E051-69E2-2DB24D7F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9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C81D-2E53-83DB-442A-B725204A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8CAD-4AF2-1CD8-55B6-394A56A3D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81D8D-CE03-C9B5-B023-48810671D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A0ABB-94CB-D2CE-F07B-7BB053D2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14ED5-74D6-B9A5-343B-815D59E2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C1820-D82C-9BCB-27A5-70829056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522E-0088-78CF-6CAA-98602A21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EA970-3727-72CC-BDBE-72EB385AF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8413-885A-32B1-6A04-43F68F92E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336C9-611B-0DC7-5CB4-2CA293043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101CA-0E2A-567E-E364-49691D810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7EDEE-413C-7FE9-3B6C-406FF780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355F18-090B-DC88-D8A6-4B446341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D881E-D341-3B97-2996-8595CD23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4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4228-8ACE-9409-9CDF-45034998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DDE71-C736-E0D1-7CC5-271718FE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18A6F-B8F8-056B-CE3A-DC99C726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0CDD9-23A2-F2FF-AC09-C2278F64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7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740E9-BC37-ABFB-AA05-07677C49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AFC28-DB2D-FA55-1677-A38E611F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FFB70-1138-C916-2E45-2C8528BE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5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E35D-6C44-E2D0-D25B-AF74608F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12D4-AFF3-1384-ED45-481826F64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B8D15-0DC3-7C51-29FE-47F7F9ECD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57805-8A61-F653-A987-041947D1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89C4-652A-669F-F6D8-FAAFA51A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11868-9768-12D2-5000-0C5A3C0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6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9E30-56ED-5858-0155-BF4098D6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044A7-4D2C-5AEF-59FE-B08030C78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2ABED-1E0E-592F-D25D-40718EE65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86E65-C499-0495-2674-A3DF370E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3ED4D-743C-9A27-1BFB-C3B46AE3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EDAC2-E793-DD0D-A131-6B04EFE5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7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0654-3731-090C-CEBA-5CE2193F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89B95-6683-9DC8-BF84-2FEB016F0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A608C-FF1B-8364-D13A-885F0856A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33F42-9953-F5AF-08FA-491A08F5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905AD-B300-F5C4-F94D-8E79D930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5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8A056-064B-1E05-5463-B52FAA4B3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46C57-2366-DBA8-EF5C-CC48AA6C4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7373B-E84A-7F03-F7CF-974F6EB4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84EA8-7963-0F5D-5FB7-1CB91091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CAC9-0A99-2E46-7FEC-D05A39F7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2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E65C2-4978-C971-6119-99F42FBF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18AF5-1139-ACC9-BF41-1962CAB11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D258-24B9-E706-4EF0-91988E792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F1377-0454-47E2-9633-00669945B5F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20ACE-C25D-E5F0-0AF1-C62C367EC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1D56-E812-7D3B-4C1E-10ABF1A9F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B942F-116A-481A-A073-2F0E3E655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0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69E2-794A-02F5-5215-E74FF49B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Day Logistics – Start of Day </a:t>
            </a:r>
          </a:p>
        </p:txBody>
      </p:sp>
      <p:pic>
        <p:nvPicPr>
          <p:cNvPr id="5" name="Content Placeholder 4" descr="North Delaware Logistics&#10;&#10;AI-generated content may be incorrect.">
            <a:extLst>
              <a:ext uri="{FF2B5EF4-FFF2-40B4-BE49-F238E27FC236}">
                <a16:creationId xmlns:a16="http://schemas.microsoft.com/office/drawing/2014/main" id="{AAA7828A-FB26-052C-0AA0-56172BA27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761" y="219763"/>
            <a:ext cx="1797181" cy="1797181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C4FD72-69CD-B83E-4524-407C2575C29B}"/>
              </a:ext>
            </a:extLst>
          </p:cNvPr>
          <p:cNvSpPr/>
          <p:nvPr/>
        </p:nvSpPr>
        <p:spPr>
          <a:xfrm>
            <a:off x="1164413" y="3423430"/>
            <a:ext cx="1647930" cy="351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DOP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AF538D-28D7-0BB9-A80D-A4819F4A9080}"/>
              </a:ext>
            </a:extLst>
          </p:cNvPr>
          <p:cNvSpPr/>
          <p:nvPr/>
        </p:nvSpPr>
        <p:spPr>
          <a:xfrm>
            <a:off x="1164413" y="4139802"/>
            <a:ext cx="1647930" cy="351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 Route Sheets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F61B5E-3778-288F-C9B2-A5F2B159DBA9}"/>
              </a:ext>
            </a:extLst>
          </p:cNvPr>
          <p:cNvSpPr/>
          <p:nvPr/>
        </p:nvSpPr>
        <p:spPr>
          <a:xfrm>
            <a:off x="1164413" y="2690634"/>
            <a:ext cx="1647930" cy="351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Cortex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65E7AF-DE18-1843-A20D-07B388F0BD80}"/>
              </a:ext>
            </a:extLst>
          </p:cNvPr>
          <p:cNvSpPr/>
          <p:nvPr/>
        </p:nvSpPr>
        <p:spPr>
          <a:xfrm>
            <a:off x="1164413" y="2014815"/>
            <a:ext cx="1647930" cy="351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Fleet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B4E0A-2664-A94F-F737-11411614868B}"/>
              </a:ext>
            </a:extLst>
          </p:cNvPr>
          <p:cNvSpPr txBox="1"/>
          <p:nvPr/>
        </p:nvSpPr>
        <p:spPr>
          <a:xfrm>
            <a:off x="3079102" y="1997175"/>
            <a:ext cx="2892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Fleet File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CEFE2-476B-74AB-44BC-2A6625026E3C}"/>
              </a:ext>
            </a:extLst>
          </p:cNvPr>
          <p:cNvSpPr txBox="1"/>
          <p:nvPr/>
        </p:nvSpPr>
        <p:spPr>
          <a:xfrm>
            <a:off x="3079102" y="2672994"/>
            <a:ext cx="2892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Cortex File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73CC3-7386-F417-97F0-D2A287D6E2D5}"/>
              </a:ext>
            </a:extLst>
          </p:cNvPr>
          <p:cNvSpPr txBox="1"/>
          <p:nvPr/>
        </p:nvSpPr>
        <p:spPr>
          <a:xfrm>
            <a:off x="3060441" y="3405790"/>
            <a:ext cx="2892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DOP File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B25C9C-BB29-B013-EB05-F2E348136D0B}"/>
              </a:ext>
            </a:extLst>
          </p:cNvPr>
          <p:cNvSpPr txBox="1"/>
          <p:nvPr/>
        </p:nvSpPr>
        <p:spPr>
          <a:xfrm>
            <a:off x="3060441" y="4081609"/>
            <a:ext cx="2892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Route Sheet File Here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BB7AD8-46DD-9F80-F6BA-D59E62DD5759}"/>
              </a:ext>
            </a:extLst>
          </p:cNvPr>
          <p:cNvSpPr/>
          <p:nvPr/>
        </p:nvSpPr>
        <p:spPr>
          <a:xfrm>
            <a:off x="3825551" y="4957068"/>
            <a:ext cx="2146041" cy="837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Driver Handouts</a:t>
            </a:r>
          </a:p>
        </p:txBody>
      </p:sp>
    </p:spTree>
    <p:extLst>
      <p:ext uri="{BB962C8B-B14F-4D97-AF65-F5344CB8AC3E}">
        <p14:creationId xmlns:p14="http://schemas.microsoft.com/office/powerpoint/2010/main" val="293607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New Day Logistics – Start of Day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watson</dc:creator>
  <cp:lastModifiedBy>jayson watson</cp:lastModifiedBy>
  <cp:revision>1</cp:revision>
  <dcterms:created xsi:type="dcterms:W3CDTF">2026-02-17T18:01:25Z</dcterms:created>
  <dcterms:modified xsi:type="dcterms:W3CDTF">2026-02-17T18:02:15Z</dcterms:modified>
</cp:coreProperties>
</file>