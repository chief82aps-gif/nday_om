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CF47-ED43-1973-2C5A-99DD930E0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64A12B-DA4C-49B2-C9D8-5BD618D4E7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1CE7C2-424B-1D78-FE70-02EA423C4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0CC06-D3FA-F05C-8833-2F9F38F90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03F08-ECB3-FDC7-2014-099F86133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707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D1239-C19E-279D-001D-95CD36258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A9DA3-C24E-911B-3C5A-D262E3835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21BF9-DDB1-8E27-682D-3890BF6C8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5EA43-E3AD-E98C-8549-FB44EB443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A9628-A9C7-45A0-C1C5-E637CFFEB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346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DBF44-4612-AB80-50ED-5ACBD1FFD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1F7F2-85FF-D4B8-8B1F-E69031E28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9D3D8-E2A3-14E9-826B-CE20C59FA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3F7D8-1460-CD8B-AFC3-722328B3D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73FED-A405-F3C3-444B-FD5C03292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55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11766-27FD-66B5-57CE-E603241DD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13A17-93DD-B1E2-AB5F-DBBF5406BB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1E76ED-C107-D032-DD26-FA1AB12A9D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00FA5-C228-66B1-1ECE-8AE168129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7B33D-BCC5-43DA-10C3-69E5EAEDD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CBC999-1767-B99E-E06C-FED7042EA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307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19774-749E-232E-2C65-52F07DD18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CB3CC-E515-8335-B8A2-AE5D0ED131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0D49A1-1D3B-7E82-B36B-0E3500A027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11B727-A4FE-1E54-5B31-882DD7096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E18CF4-BD4D-9FAC-5A29-9C06637E03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6C99B0-6519-2174-3392-16B410EC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B4BB49-FE78-07B9-3440-7F8AEDA14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5BCA99-824B-E7D0-EB6A-07D643FB2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050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32D56-0702-F873-9F07-BDC22909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93630-5BDF-4649-B69E-7A9807FC4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07AE1-EB41-7B44-AF59-B5A16E491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5B1106-D8E1-8F17-D8EA-08E6D72A7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184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565E2-28C0-EBC2-D3E3-D373CA6DA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3E477F-B449-2691-2CBC-B1E52C508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D4E66-0FA6-990E-B66F-A1D21A954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672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8C4BD-7968-372A-5BB1-AB5C63418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DD17F-CAA2-F0BD-8E16-22F0C07C0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37C48A-AFA6-CA37-BFBB-3EE270930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7E5972-6DFE-EFAD-415F-0F5B9E49F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B0D919-8D59-7485-5556-93C18CA0F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22A86B-2797-54A8-BFFC-7FB2D6D75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11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FC639-0DED-9F11-C238-5BD59D28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2F8BEA-B478-C45B-A8E6-B882F89411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0F5FFE-6DCE-DDD7-626C-63FD37A547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117F9A-1DBF-6035-0045-99A17115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9711E4-546A-86F9-0985-56982C2C9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D6428-EF5E-93A1-7BEE-36634FFE2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25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9030D-F704-696B-332A-D371C5EA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58D8C2-ED65-EA6D-87F1-1AAD8F28CF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96E1AC-EACD-E907-4F27-D87BF07C7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1E2D4-E8BF-72E3-9082-73E15BCE0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86F60-6005-0AF9-98D7-64CBDC0FA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810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A90320-E865-8FDF-721A-F3089C932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DB36AD-C61D-D992-41A4-98DA7FAC8A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95335-F9B5-2AB3-21EC-85F090551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703E53-F753-A6F0-B3DE-7475F4CDF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49390-99D8-6B8C-5489-E0853065F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766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987288-B040-AEA6-B834-604DF6610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BC5D5F-FF65-5D79-8E0E-FB854FB20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7866B-C578-1339-955C-A858DDE44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EA1402-9CA0-4A54-A436-F7771E2531D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E6251-1351-66B2-63C4-517246892F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6D306-B45A-FAC4-80FA-7C811AAA35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C2B75-7E43-4338-B395-A4EA02FC3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140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F88AEF-BD6C-9F4B-E457-8281812A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348" y="220319"/>
            <a:ext cx="4823692" cy="621755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8B0373B-942A-CFB0-E9AC-E8C5E0BA2939}"/>
              </a:ext>
            </a:extLst>
          </p:cNvPr>
          <p:cNvSpPr/>
          <p:nvPr/>
        </p:nvSpPr>
        <p:spPr>
          <a:xfrm>
            <a:off x="1436914" y="314325"/>
            <a:ext cx="4690382" cy="61235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55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3992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jayson watson</dc:creator>
  <cp:lastModifiedBy>jayson watson</cp:lastModifiedBy>
  <cp:revision>2</cp:revision>
  <dcterms:created xsi:type="dcterms:W3CDTF">2026-02-17T18:02:29Z</dcterms:created>
  <dcterms:modified xsi:type="dcterms:W3CDTF">2026-02-20T18:58:13Z</dcterms:modified>
</cp:coreProperties>
</file>