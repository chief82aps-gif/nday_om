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CF47-ED43-1973-2C5A-99DD930E0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64A12B-DA4C-49B2-C9D8-5BD618D4E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CE7C2-424B-1D78-FE70-02EA423C4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1402-9CA0-4A54-A436-F7771E2531D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0CC06-D3FA-F05C-8833-2F9F38F9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03F08-ECB3-FDC7-2014-099F86133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2B75-7E43-4338-B395-A4EA02FC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707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D1239-C19E-279D-001D-95CD36258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9DA3-C24E-911B-3C5A-D262E3835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21BF9-DDB1-8E27-682D-3890BF6C8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1402-9CA0-4A54-A436-F7771E2531D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5EA43-E3AD-E98C-8549-FB44EB443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A9628-A9C7-45A0-C1C5-E637CFFEB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2B75-7E43-4338-B395-A4EA02FC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346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DBF44-4612-AB80-50ED-5ACBD1FFD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1F7F2-85FF-D4B8-8B1F-E69031E28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9D3D8-E2A3-14E9-826B-CE20C59FA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1402-9CA0-4A54-A436-F7771E2531D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3F7D8-1460-CD8B-AFC3-722328B3D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73FED-A405-F3C3-444B-FD5C03292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2B75-7E43-4338-B395-A4EA02FC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5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11766-27FD-66B5-57CE-E603241DD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13A17-93DD-B1E2-AB5F-DBBF5406BB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1E76ED-C107-D032-DD26-FA1AB12A9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00FA5-C228-66B1-1ECE-8AE168129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1402-9CA0-4A54-A436-F7771E2531D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7B33D-BCC5-43DA-10C3-69E5EAEDD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CBC999-1767-B99E-E06C-FED7042EA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2B75-7E43-4338-B395-A4EA02FC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307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19774-749E-232E-2C65-52F07DD18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CB3CC-E515-8335-B8A2-AE5D0ED13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D49A1-1D3B-7E82-B36B-0E3500A02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11B727-A4FE-1E54-5B31-882DD7096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E18CF4-BD4D-9FAC-5A29-9C06637E03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6C99B0-6519-2174-3392-16B410EC1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1402-9CA0-4A54-A436-F7771E2531D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B4BB49-FE78-07B9-3440-7F8AEDA1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5BCA99-824B-E7D0-EB6A-07D643FB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2B75-7E43-4338-B395-A4EA02FC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050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32D56-0702-F873-9F07-BDC229096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D93630-5BDF-4649-B69E-7A9807FC4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1402-9CA0-4A54-A436-F7771E2531D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407AE1-EB41-7B44-AF59-B5A16E491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5B1106-D8E1-8F17-D8EA-08E6D72A7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2B75-7E43-4338-B395-A4EA02FC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184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565E2-28C0-EBC2-D3E3-D373CA6DA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1402-9CA0-4A54-A436-F7771E2531D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3E477F-B449-2691-2CBC-B1E52C508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D4E66-0FA6-990E-B66F-A1D21A954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2B75-7E43-4338-B395-A4EA02FC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672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8C4BD-7968-372A-5BB1-AB5C63418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DD17F-CAA2-F0BD-8E16-22F0C07C0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37C48A-AFA6-CA37-BFBB-3EE270930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7E5972-6DFE-EFAD-415F-0F5B9E49F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1402-9CA0-4A54-A436-F7771E2531D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B0D919-8D59-7485-5556-93C18CA0F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2A86B-2797-54A8-BFFC-7FB2D6D75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2B75-7E43-4338-B395-A4EA02FC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11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FC639-0DED-9F11-C238-5BD59D28A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2F8BEA-B478-C45B-A8E6-B882F89411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F5FFE-6DCE-DDD7-626C-63FD37A54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17F9A-1DBF-6035-0045-99A17115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1402-9CA0-4A54-A436-F7771E2531D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9711E4-546A-86F9-0985-56982C2C9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D6428-EF5E-93A1-7BEE-36634FFE2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2B75-7E43-4338-B395-A4EA02FC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258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9030D-F704-696B-332A-D371C5EA7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58D8C2-ED65-EA6D-87F1-1AAD8F28C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6E1AC-EACD-E907-4F27-D87BF07C7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1402-9CA0-4A54-A436-F7771E2531D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1E2D4-E8BF-72E3-9082-73E15BCE0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86F60-6005-0AF9-98D7-64CBDC0FA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2B75-7E43-4338-B395-A4EA02FC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10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A90320-E865-8FDF-721A-F3089C932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B36AD-C61D-D992-41A4-98DA7FAC8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95335-F9B5-2AB3-21EC-85F090551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1402-9CA0-4A54-A436-F7771E2531D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03E53-F753-A6F0-B3DE-7475F4CDF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49390-99D8-6B8C-5489-E0853065F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C2B75-7E43-4338-B395-A4EA02FC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766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987288-B040-AEA6-B834-604DF6610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C5D5F-FF65-5D79-8E0E-FB854FB20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7866B-C578-1339-955C-A858DDE442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EA1402-9CA0-4A54-A436-F7771E2531D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E6251-1351-66B2-63C4-517246892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6D306-B45A-FAC4-80FA-7C811AAA35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CC2B75-7E43-4338-B395-A4EA02FC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40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F88AEF-BD6C-9F4B-E457-8281812A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48" y="220319"/>
            <a:ext cx="4823692" cy="62175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0439BE-0FE3-0774-5D5B-DF8A4E1BAFFD}"/>
              </a:ext>
            </a:extLst>
          </p:cNvPr>
          <p:cNvSpPr txBox="1"/>
          <p:nvPr/>
        </p:nvSpPr>
        <p:spPr>
          <a:xfrm>
            <a:off x="6501281" y="3790772"/>
            <a:ext cx="3503573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TABLE 2 “OV” – List the Zone and QTY of the oversize packages as shown on the route sheet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D06D22-18DB-2D79-3371-F8E417661F2D}"/>
              </a:ext>
            </a:extLst>
          </p:cNvPr>
          <p:cNvSpPr txBox="1"/>
          <p:nvPr/>
        </p:nvSpPr>
        <p:spPr>
          <a:xfrm>
            <a:off x="6376087" y="1953053"/>
            <a:ext cx="2487827" cy="14773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TAVBLE 1 – “BAGS” – Just the bag code “GRN056”, these are listed by the sort order from the route sheet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4A85A5-CD33-649C-0788-DEB55C29009E}"/>
              </a:ext>
            </a:extLst>
          </p:cNvPr>
          <p:cNvSpPr/>
          <p:nvPr/>
        </p:nvSpPr>
        <p:spPr>
          <a:xfrm>
            <a:off x="3885168" y="4127156"/>
            <a:ext cx="1016346" cy="11738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4B7838-D0BB-B8C1-7885-094E5E3F720B}"/>
              </a:ext>
            </a:extLst>
          </p:cNvPr>
          <p:cNvSpPr/>
          <p:nvPr/>
        </p:nvSpPr>
        <p:spPr>
          <a:xfrm>
            <a:off x="4960206" y="4184822"/>
            <a:ext cx="971037" cy="11162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885DE2-13CF-7BDE-5C0D-E377625DA9F9}"/>
              </a:ext>
            </a:extLst>
          </p:cNvPr>
          <p:cNvCxnSpPr>
            <a:stCxn id="4" idx="1"/>
          </p:cNvCxnSpPr>
          <p:nvPr/>
        </p:nvCxnSpPr>
        <p:spPr>
          <a:xfrm flipH="1">
            <a:off x="4526692" y="2691717"/>
            <a:ext cx="1849395" cy="14354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9E5E24-3C18-FFA0-3977-F2605FC7F26F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5931243" y="4252437"/>
            <a:ext cx="570038" cy="2351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055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jayson watson</dc:creator>
  <cp:lastModifiedBy>jayson watson</cp:lastModifiedBy>
  <cp:revision>1</cp:revision>
  <dcterms:created xsi:type="dcterms:W3CDTF">2026-02-17T18:02:29Z</dcterms:created>
  <dcterms:modified xsi:type="dcterms:W3CDTF">2026-02-17T18:03:31Z</dcterms:modified>
</cp:coreProperties>
</file>