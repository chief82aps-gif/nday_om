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8938-CA71-B961-D8E6-7ACB767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B58D1-C7D2-9B95-9918-4D4CA3C91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5EC9-40A0-DED1-2068-DF58BD75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316B3-28DF-E390-CEE2-D35BAA3E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3D45C-A61B-E15C-BD73-55CF2F1F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9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741F-A94B-6CF0-4B60-7DE5D1A3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A34A2-E946-087B-93F4-AB38C9BDB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7705F-3562-0964-03C2-C0269213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26D6B-D1F0-C669-C684-0240543B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8AA35-D92F-226D-453A-EE07EB71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0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80F0-4DDC-A7F2-3001-2C8FDC79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192C-E3BF-53BF-1D8D-DFCF1F13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C64E-4C35-B034-D071-24FC1F34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E53E-A592-470A-35D4-68B29B5B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AFB8B-6447-8858-C406-68E6F31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5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8FA8-673B-9E6F-5558-A80567EB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1624-14F4-2034-E623-A8E0A7502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9B532-EB29-2BF1-2AC7-585E9EC9E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47382-AD67-84F0-AFDB-D91A9979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3EDB6-4B3F-90A5-0502-6B5B0798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D818-F957-A9F7-65C0-2E6407A2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9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BF9A-A842-1B97-7056-D01455D4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B6E69-9751-566A-5975-B06DFE431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20CCD-66A0-9340-D36A-4AF861F7A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255A3-D3F2-672A-FA37-4E7923B36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D32B2-3DA3-4A87-037F-361B0ADCB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C7E4B-26FC-FD9A-E1E0-7E7C3FAF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AC515-D503-CED4-B0DC-8C22FEBF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69D72-AF1F-7F37-BB1F-6F07A25C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9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7399-F698-870E-D3B5-4504238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5A239-8B66-A737-8706-04198367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49F56-FF9E-A839-14BC-5D95514C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0F10E-CB4B-5F97-7D03-EEEAFD8C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3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B33E3-7133-CB34-3BF4-F2660986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935DF-783E-C8B5-BD32-3B89F91C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C3F8-8D05-FFBD-356A-3A2C7BE3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2B36-B8C9-F701-5B31-DA46C6AD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3042-AB0A-0182-D7E1-833EC046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B9618-003D-65CC-68FE-80F25B88A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F3A3B-718E-A7A0-B35E-D16D4500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522FC-D55D-21F1-F7F2-29F10B48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D915C-6C3F-E688-0512-BB45DBD3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0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9B6A-AB59-972F-B40A-B613B458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90DE1-DD7A-7061-FE57-33E954AFD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E5620-F1D8-A03E-F652-7C3C85819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EFD1C-411B-1C6F-88A9-39C42253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019E0-2ED4-964E-F0E3-F5FAE076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57B3-03B5-7EFC-8645-C10B29F0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3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295A-DD18-3E07-58AA-D3345F9E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13797-DDD4-B621-B9FB-2E6E24A6C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4235-4F0F-A218-D399-0ED8A98F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6C36E-8A7B-52AC-B136-807CE992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C0999-1E5D-4FE7-46A3-3A688AB0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6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41776-6727-18FE-4150-2EC316BE7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7E2D4-FC04-7EEF-B108-B6FF736F0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0DFEC-FDD8-0784-D4D7-8E909FE5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CF04-208B-C222-1D82-C94102F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3DCDE-541F-63CA-C99B-A8624C2C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CC43C-38D6-CB99-B7E6-A7F7A69B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4CACA-1310-D141-6912-DD865B046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B2877-0042-A570-0F25-6BE22D732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8D2A5-6C9A-4715-8A90-9E06402B870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7E252-BB5C-7AD8-4111-2D6EEC828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B6644-EEF3-937D-10FA-56776460B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C7A88-2A7D-4CC0-98E9-C81FD7411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8436-103E-DDBE-E78F-DD3ED27C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480421-6E20-9C23-CC01-E6854136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496" y="-51533"/>
            <a:ext cx="778382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EA4705-08E8-0DC8-39FC-64E097FDF667}"/>
              </a:ext>
            </a:extLst>
          </p:cNvPr>
          <p:cNvSpPr/>
          <p:nvPr/>
        </p:nvSpPr>
        <p:spPr>
          <a:xfrm>
            <a:off x="2576052" y="235974"/>
            <a:ext cx="3775587" cy="717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A6D95B-1FF5-4F21-EE24-A59A1B51C374}"/>
              </a:ext>
            </a:extLst>
          </p:cNvPr>
          <p:cNvSpPr txBox="1"/>
          <p:nvPr/>
        </p:nvSpPr>
        <p:spPr>
          <a:xfrm>
            <a:off x="7266039" y="265471"/>
            <a:ext cx="434138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Staging location matches DOP column “L”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7B6A16-8A81-C3C5-D5F2-3207E740E612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6351639" y="450137"/>
            <a:ext cx="914400" cy="144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0309499-840F-3BC9-182F-0AA55E722412}"/>
              </a:ext>
            </a:extLst>
          </p:cNvPr>
          <p:cNvSpPr/>
          <p:nvPr/>
        </p:nvSpPr>
        <p:spPr>
          <a:xfrm>
            <a:off x="9138359" y="2940490"/>
            <a:ext cx="493671" cy="2850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301DBA-EED7-14B4-EE7E-11EFF75BC80D}"/>
              </a:ext>
            </a:extLst>
          </p:cNvPr>
          <p:cNvSpPr/>
          <p:nvPr/>
        </p:nvSpPr>
        <p:spPr>
          <a:xfrm>
            <a:off x="2492478" y="1047135"/>
            <a:ext cx="1568246" cy="717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F92644-9201-3550-BD78-D162FCC4D4E5}"/>
              </a:ext>
            </a:extLst>
          </p:cNvPr>
          <p:cNvCxnSpPr>
            <a:cxnSpLocks/>
          </p:cNvCxnSpPr>
          <p:nvPr/>
        </p:nvCxnSpPr>
        <p:spPr>
          <a:xfrm flipH="1" flipV="1">
            <a:off x="9438968" y="1610119"/>
            <a:ext cx="548946" cy="375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8E1E8A-1D2E-F6BF-F77B-392D8A4BF254}"/>
              </a:ext>
            </a:extLst>
          </p:cNvPr>
          <p:cNvCxnSpPr>
            <a:cxnSpLocks/>
          </p:cNvCxnSpPr>
          <p:nvPr/>
        </p:nvCxnSpPr>
        <p:spPr>
          <a:xfrm>
            <a:off x="2226566" y="1357854"/>
            <a:ext cx="265912" cy="48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DF009C-CB33-71FA-4E4D-D1FB8E3CEE87}"/>
              </a:ext>
            </a:extLst>
          </p:cNvPr>
          <p:cNvSpPr txBox="1"/>
          <p:nvPr/>
        </p:nvSpPr>
        <p:spPr>
          <a:xfrm>
            <a:off x="584579" y="619190"/>
            <a:ext cx="1641987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Route Code / Route / Route Number. Also column B of DOP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A8BC8-205A-BF48-AE03-68F9E9BD6005}"/>
              </a:ext>
            </a:extLst>
          </p:cNvPr>
          <p:cNvSpPr/>
          <p:nvPr/>
        </p:nvSpPr>
        <p:spPr>
          <a:xfrm>
            <a:off x="7128387" y="1179870"/>
            <a:ext cx="2571135" cy="226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1DE6CC-8C57-CF85-C619-BF2DA218CAE5}"/>
              </a:ext>
            </a:extLst>
          </p:cNvPr>
          <p:cNvSpPr txBox="1"/>
          <p:nvPr/>
        </p:nvSpPr>
        <p:spPr>
          <a:xfrm>
            <a:off x="10176387" y="1108275"/>
            <a:ext cx="184846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Col “C” aka “Service Type”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C6AC7C-6D5B-B7B2-7CA2-12EE031E9B58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9699522" y="1292941"/>
            <a:ext cx="476865" cy="138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BC8FC7C-3B24-D477-F6CB-C7DE3ED56604}"/>
              </a:ext>
            </a:extLst>
          </p:cNvPr>
          <p:cNvSpPr/>
          <p:nvPr/>
        </p:nvSpPr>
        <p:spPr>
          <a:xfrm>
            <a:off x="6887750" y="2917722"/>
            <a:ext cx="469269" cy="2760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F49C95-65B6-E1C1-8DDD-216B7963572E}"/>
              </a:ext>
            </a:extLst>
          </p:cNvPr>
          <p:cNvCxnSpPr>
            <a:cxnSpLocks/>
          </p:cNvCxnSpPr>
          <p:nvPr/>
        </p:nvCxnSpPr>
        <p:spPr>
          <a:xfrm flipH="1">
            <a:off x="7346745" y="3529781"/>
            <a:ext cx="248348" cy="4849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865D5AF-DB43-4A5D-C149-66B91FCE9CBC}"/>
              </a:ext>
            </a:extLst>
          </p:cNvPr>
          <p:cNvSpPr/>
          <p:nvPr/>
        </p:nvSpPr>
        <p:spPr>
          <a:xfrm>
            <a:off x="4168877" y="2767779"/>
            <a:ext cx="1151205" cy="3957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FA478A-2F45-2AF0-974A-9F1781932FBD}"/>
              </a:ext>
            </a:extLst>
          </p:cNvPr>
          <p:cNvSpPr/>
          <p:nvPr/>
        </p:nvSpPr>
        <p:spPr>
          <a:xfrm>
            <a:off x="8958845" y="1431440"/>
            <a:ext cx="824251" cy="178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DF7223-88E0-B7B7-C259-40250AF7AC8E}"/>
              </a:ext>
            </a:extLst>
          </p:cNvPr>
          <p:cNvCxnSpPr>
            <a:cxnSpLocks/>
            <a:stCxn id="48" idx="1"/>
            <a:endCxn id="10" idx="3"/>
          </p:cNvCxnSpPr>
          <p:nvPr/>
        </p:nvCxnSpPr>
        <p:spPr>
          <a:xfrm flipH="1" flipV="1">
            <a:off x="9632030" y="4365845"/>
            <a:ext cx="482220" cy="9636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397FAD-E746-5071-F85C-51661B94E7D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2226566" y="4698364"/>
            <a:ext cx="1942311" cy="48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56A8008-2EE2-43E0-77E9-BD3CA47DB159}"/>
              </a:ext>
            </a:extLst>
          </p:cNvPr>
          <p:cNvSpPr/>
          <p:nvPr/>
        </p:nvSpPr>
        <p:spPr>
          <a:xfrm>
            <a:off x="6631859" y="1179870"/>
            <a:ext cx="442450" cy="2141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983F9F-CDA3-C609-57D3-E98D71208FD1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6244314" y="1357854"/>
            <a:ext cx="411683" cy="252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7FE183-B6DC-F2CC-D1BB-B805107948B6}"/>
              </a:ext>
            </a:extLst>
          </p:cNvPr>
          <p:cNvSpPr txBox="1"/>
          <p:nvPr/>
        </p:nvSpPr>
        <p:spPr>
          <a:xfrm>
            <a:off x="4395850" y="1286953"/>
            <a:ext cx="184846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Col “A” aka “DSP”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8EC593-E83D-569E-752C-4C0D44B259CB}"/>
              </a:ext>
            </a:extLst>
          </p:cNvPr>
          <p:cNvSpPr txBox="1"/>
          <p:nvPr/>
        </p:nvSpPr>
        <p:spPr>
          <a:xfrm>
            <a:off x="9987914" y="1986044"/>
            <a:ext cx="184846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DOP Col “D” aka “Wave Time”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24B869-1547-1A00-7A01-57B560CE0B9E}"/>
              </a:ext>
            </a:extLst>
          </p:cNvPr>
          <p:cNvSpPr txBox="1"/>
          <p:nvPr/>
        </p:nvSpPr>
        <p:spPr>
          <a:xfrm>
            <a:off x="390032" y="4324116"/>
            <a:ext cx="1848464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Bag ID. Here it shows the full color name but we will use a three letter abbreviation “ORG” for orange.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8CD252-2A57-C616-C263-F049D17BD293}"/>
              </a:ext>
            </a:extLst>
          </p:cNvPr>
          <p:cNvSpPr txBox="1"/>
          <p:nvPr/>
        </p:nvSpPr>
        <p:spPr>
          <a:xfrm>
            <a:off x="7595093" y="2915911"/>
            <a:ext cx="1151205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Sorting zone for the oversize bags. We do not want the leading alpha character or “-”.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B224E0-51C0-CCD6-F8FA-CF0ADBBE5F9E}"/>
              </a:ext>
            </a:extLst>
          </p:cNvPr>
          <p:cNvSpPr txBox="1"/>
          <p:nvPr/>
        </p:nvSpPr>
        <p:spPr>
          <a:xfrm>
            <a:off x="10114250" y="4036873"/>
            <a:ext cx="1848464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Quantity of packages per sort zone. This will be used on the driver Handouts. Here you can see 16.1T has only one package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F855C1-888C-D907-A419-5AA5CA36F4B6}"/>
              </a:ext>
            </a:extLst>
          </p:cNvPr>
          <p:cNvSpPr txBox="1"/>
          <p:nvPr/>
        </p:nvSpPr>
        <p:spPr>
          <a:xfrm>
            <a:off x="201374" y="2309209"/>
            <a:ext cx="211556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Total Bags and Overflow, we will call overflow “OV” on all reports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4A0054-FEE9-BC32-6E3C-53324AE34650}"/>
              </a:ext>
            </a:extLst>
          </p:cNvPr>
          <p:cNvCxnSpPr>
            <a:cxnSpLocks/>
          </p:cNvCxnSpPr>
          <p:nvPr/>
        </p:nvCxnSpPr>
        <p:spPr>
          <a:xfrm flipV="1">
            <a:off x="2305445" y="2503554"/>
            <a:ext cx="270607" cy="164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99E9A49-EDA8-8FD7-07C8-68B25028CC1B}"/>
              </a:ext>
            </a:extLst>
          </p:cNvPr>
          <p:cNvSpPr/>
          <p:nvPr/>
        </p:nvSpPr>
        <p:spPr>
          <a:xfrm>
            <a:off x="2572571" y="2228531"/>
            <a:ext cx="5022521" cy="4849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6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11828</TotalTime>
  <Words>131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watson</dc:creator>
  <cp:lastModifiedBy>jayson watson</cp:lastModifiedBy>
  <cp:revision>3</cp:revision>
  <dcterms:created xsi:type="dcterms:W3CDTF">2026-01-28T08:39:23Z</dcterms:created>
  <dcterms:modified xsi:type="dcterms:W3CDTF">2026-02-17T18:01:11Z</dcterms:modified>
</cp:coreProperties>
</file>